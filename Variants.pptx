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1F2A"/>
                </a:solidFill>
              </a:defRPr>
            </a:pPr>
            <a:r>
              <a:t>Product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5260"/>
                </a:solidFill>
              </a:defRPr>
            </a:pPr>
            <a:r>
              <a:t>Commercial anchor to long-term vision — a complete account of the Q1/Q2 variants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1 · Commercial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Why We Invest in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Connecting cross-platform data and revenue opportunities to our core 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The Root Problem: Similar versions of the same product are not listed together in our catalog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Talabat Historical Data: 6.5% of variant PDP sessions → users added multiple SKUs to cart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Industry Benchmark: 'Flavor' is the 2nd most common variant in grocery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Combined GMV Opportunity: ~€12.2M across Talabat, PedidosYa, and Pandora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2 · Strategic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Narrowing the Horizon for Q1/Q2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Balancing a massive catalog footprint against speed-to-market.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Product Types: 7 unique types, focused on Packaged Food &amp; Beverages + Packaged Non-Food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Variant Attributes: 11 distinct attributes, focused on Item Size + Flavor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Scope reduction: 7→2 product types, 11→2 attributes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Speed to market over complexity for early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3 · Variant Grouping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From raw catalog to live variant groups in 5 automated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1. Products → Filter catalog for grouping candidates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2. Filter → Same brand, same type, same category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3. Enrich → Extract variant attributes (Size, Flavor)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4. Group → Match variants into clusters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5. Live → Push to PIM for customer-facing variant picker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Zero manual work — fully automated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4 · Internal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Validation Results &amp; Performance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5,000-product deep dive to validate the grouping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42% Correct Match — Flawlessly categorized as pure size or flavor variants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45% Gray Area — Items customers view as variants but outside fixed definitions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8% Missing Attributes — Variant relationships identified but flavor info absent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4% Pure Errors — Structurally incorrect matches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Results: 80% group accuracy, 93% discovery rate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Key insight: 'If a customer sees these nested together, would they mind?'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5 · Gray Area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The Gray Area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Between internal evaluation and platform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Example: Instant Noodles with Beef, Chicken, Pork, Shrimp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Model thinks: Flavor variants ❌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Actually: Protein Type variants ✓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False Friend Technique: AI matrix to recognize attributes that look like flavor but aren't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Other examples: Fat Content, Roast Level, Main Ingredient, Texture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These are filtered out before grouping to ensure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6 · Platform Disalignment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Platform Alignment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Different platforms had different understandings of what a 'variant' should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HungerStation (MENA): Precision + Audit stance, Line-by-line validation, Aligned ✓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Pandora (APAC): Precision Focus, Hard stop on non-flavor attributes, Aligned ✓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PedidosYa (LATAM): Scale Focus, No review capacity allocated, Delayed ⏳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The Feedback Gridlock: PedidosYa demanded custom multi-attribute stack (Flavor + Sweetener Type)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This delayed their go-live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7 · Platform 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After Platform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Observed metrics after platform validation and quick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HungerStation: 33% → 90% validation success rate (+57pp improvement)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Foodpanda APAC: 99% → 90% grouping accuracy (format issues fixed)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PedidosYa: 85% grouping success (pending full deployment)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Key takeaway: Platform validations revealed issues not visible in internal evaluations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8 · Engineering Under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Unblocking Group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Solving the missing attribute bottleneck with a targeted AI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Problem: 8% of potential variant groups blocked due to missing attributes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PIM requires complete attribute data — single missing value blocks entire group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Solution: New AI Agent to predict missing attribute values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Results: 90%+ Coverage, 90%+ Accuracy, Built in 1 sprint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False-Friend Ingestion implemented to filter gray area from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9 · Mass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Breaking the Review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Expanding to 750,000 products while transitioning to a post-moderation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750,000 products processed across aligned platform catalogs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Before: Manual review loops, 2-3 week feedback cycles, platform gates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After: Automated groups pushed live, retroactive error flagging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Post-moderation framework → faster time to revenue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Status: Live now — creating and uploading variant groups in structured batches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10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Phased approach balancing immediate wins with long-term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NOW: Product Type Scaling (GM, Electronics, Tobacco, Pharma, Ultra Fresh)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NOW: Assortment-Wide Grouping (continuous matching against live inventory)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NOW: Live Ingestion / Regrouping (dynamic injection into existing groups)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NEXT: Capturing the 'Gray Area' (universal 'Preference' attribute)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NEXT: Targeted Scaling Framework (test before full rollout)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NEXT: Granular Quality Controls (track matching health)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LATER: Infrastructure Modernization (dismantle backend limits)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LATER: The Dynamic Paradigm Shift (semantic similarity grouping)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11 · What's In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Expansion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By end of Q2, we'll cover all product types and attributes.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Q2 Targets: All 7 product types, all 11 attributes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Platform Expansion: eFood, Talabat (Glovo later)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Call for Support: New evaluations needed for expansion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Goal: Utilise manual evaluations to train AI-as-a-judge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Longer term: Regular annotations/labelling for model performance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Talabat: Has own variant tool — need collaboration to centralise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Slide 12 · Long-Term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F2A"/>
                </a:solidFill>
              </a:defRPr>
            </a:pPr>
            <a:r>
              <a:t>Shifting to Semantic Entity-Based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260"/>
                </a:solidFill>
              </a:defRPr>
            </a:pPr>
            <a:r>
              <a:t>Moving from rigid definitions to flexible, dynamic similarities.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STOP: Teaching rigid definitions of 'flavor' per category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START: Tagging core product entities, let groups build organically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Paradigm shift: Similarities over static rules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Unlocked variant types: Grind sizes, Protein types, Packaging, Textures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De-risking: Zero platform friction, offline validation, financial audit</a:t>
            </a:r>
          </a:p>
          <a:p>
            <a:pPr>
              <a:spcAft>
                <a:spcPts val="800"/>
              </a:spcAft>
              <a:defRPr sz="1400">
                <a:solidFill>
                  <a:srgbClr val="1B1F2A"/>
                </a:solidFill>
              </a:defRPr>
            </a:pPr>
            <a:r>
              <a:t>• Low-investment testing framework before architectural commitment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